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B4E5-838E-C831-A0F2-12DD7EE9B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E7E81-3049-D5E7-84C5-3D014BC81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86901-E6B3-AD69-E5E1-DC6D3D5A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EA7AC-A979-D7CB-7ECD-0D3F5C36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7901-5EE1-A430-6C78-730D0ADD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5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0CD8-F3C0-8B16-3C6E-0AA35564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CD6E-AB21-9006-CA25-32746CA6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CA0FA-19DB-813B-BDC6-DFA1B283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9918-5563-B203-A263-AFB8D97F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E1DE9-896C-0A7B-BC94-BA494205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0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952D-4A39-16CB-25D2-77A5D089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42940-3309-4670-813A-D5ECF7974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98257-7DF4-B2A9-E5DC-CC3A22B1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954AA-867A-471D-2B82-DD926C5B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CCD5E-3C00-6811-6E57-32DB4CAC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B042-D6DB-7DA6-F2CD-09AEF023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FA36-B7F6-8F87-969C-82A590D36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4DD76-DEA4-6C84-3EE5-B870682B9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095CD-70A7-3F64-0283-D078E745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E8292-884D-A239-B4B0-B6CA2847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22B3E-25BF-0EAD-9C1A-57831F18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5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1BA4-D3CA-1B09-B5DC-26947012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A520F-8B35-CBA9-4D4B-1578845E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25760-1EE4-E1DF-F7B1-BB50FFC28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AFBBD-C3FC-401C-44D7-794CCB564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73B32-E70E-D9FC-541F-B889D5223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7D381-061B-F73B-D66A-8691444C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4BD22-A7F3-66F1-8FFE-E024E6BB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E587F-BCF3-58D7-8057-1A259CD7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8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3BFF-01E4-F268-3E34-0831D0AE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ED426-E045-A90B-7FAD-9FFDBD5C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EF3EB-2A39-661E-22B6-94294E19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ADA0D-3FF9-F036-EB4D-44778897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0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CAD64-8AAD-63A9-C278-B96C8CD2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91E27-6CAA-F883-CDB5-D0587440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6B1A5-C34A-1F07-3E89-120243EB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8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67F6-6B8E-DE9D-F6AE-9D809F647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0FCBA-CE5F-3FEC-FDE3-BD5A09DB3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9FD34-F8AB-364D-71DF-3E89442FB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7273F-6A5D-D94B-0ABC-B545FC10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4651-2B3D-8AD9-70AF-92FB9155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0A312-7189-E95F-206A-B6D48786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1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76AF-B9DC-606E-B681-3439F8F3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30237-9A0B-F827-6F68-C10E36685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DDDEE-F10C-8FB9-6C33-721AD669F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2C1F4-07B1-DF80-AF5A-8E9803A8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FA704-C366-D689-8F65-17F371C3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EA474-60FC-9BA4-EF4E-F7DA671F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8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1DB2-BF7E-B71E-304A-C9225532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E677A-4870-8768-C3DE-CFAF9C0CC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777C-926A-1868-F9A4-9E135183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2E9B-5C4C-B786-BAF1-664C8AE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F4D90-6419-66AF-B70C-DB414D0B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8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E2084-7402-8B8F-2D2B-734C14F57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68D89-84DC-3FBC-2D98-F3CBB2C19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93CDC-4AA4-035F-33EC-8F8C9B74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D23C0-8CC8-1108-2469-941A1F32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75CB3-80FB-42DC-D948-22181998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7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4BEFC-227A-B270-C366-3234CFCF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C3699-4431-A0F4-D3A7-7CE41D04E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9D30D-3AEF-89DD-96E2-A715D5234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1CDFF-A31D-4B46-A01B-50E64DF25D74}" type="datetimeFigureOut">
              <a:rPr lang="en-US" smtClean="0"/>
              <a:t>2026-04-09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BBDEB-9012-E478-E4B8-E066F9F92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7F24B-BCAD-DB97-E3DD-4B377E80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933D6-BCDD-4C11-BAA0-92E931DFA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82CA-C242-C51D-5FD4-829F74D40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D84E3-48A0-0373-59B4-0BCAB79395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62E348-1669-349B-5C3D-D8EC495D40EB}"/>
              </a:ext>
            </a:extLst>
          </p:cNvPr>
          <p:cNvSpPr/>
          <p:nvPr/>
        </p:nvSpPr>
        <p:spPr>
          <a:xfrm>
            <a:off x="1343984" y="1632419"/>
            <a:ext cx="288435" cy="2761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ECEF37-A6C0-3198-B1D5-6EF30FDE6F3E}"/>
              </a:ext>
            </a:extLst>
          </p:cNvPr>
          <p:cNvSpPr/>
          <p:nvPr/>
        </p:nvSpPr>
        <p:spPr>
          <a:xfrm>
            <a:off x="1632419" y="1447333"/>
            <a:ext cx="28600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Submodule A</a:t>
            </a:r>
            <a:endParaRPr 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13EA5F-01B9-DE51-8415-AF26056453AC}"/>
              </a:ext>
            </a:extLst>
          </p:cNvPr>
          <p:cNvSpPr/>
          <p:nvPr/>
        </p:nvSpPr>
        <p:spPr>
          <a:xfrm>
            <a:off x="1343984" y="2048127"/>
            <a:ext cx="288435" cy="2761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4F0B8-664E-25B9-3D17-54E981A70AF7}"/>
              </a:ext>
            </a:extLst>
          </p:cNvPr>
          <p:cNvSpPr/>
          <p:nvPr/>
        </p:nvSpPr>
        <p:spPr>
          <a:xfrm>
            <a:off x="1632419" y="1863041"/>
            <a:ext cx="28600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Submodule B</a:t>
            </a:r>
            <a:endParaRPr 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6E6281-57ED-3D5A-6D99-47D9350A3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341" y="708546"/>
            <a:ext cx="8278695" cy="569400"/>
          </a:xfrm>
          <a:prstGeom prst="rect">
            <a:avLst/>
          </a:prstGeom>
        </p:spPr>
      </p:pic>
      <p:pic>
        <p:nvPicPr>
          <p:cNvPr id="11" name="Graphic 10" descr="Hourglass Finished with solid fill">
            <a:extLst>
              <a:ext uri="{FF2B5EF4-FFF2-40B4-BE49-F238E27FC236}">
                <a16:creationId xmlns:a16="http://schemas.microsoft.com/office/drawing/2014/main" id="{09D48E3A-F7E1-2DFB-87A2-ACFDEDEC5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2488" y="1590927"/>
            <a:ext cx="380489" cy="3804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160B10-DA11-BC2E-B71D-69D5EFAC6CFF}"/>
              </a:ext>
            </a:extLst>
          </p:cNvPr>
          <p:cNvSpPr/>
          <p:nvPr/>
        </p:nvSpPr>
        <p:spPr>
          <a:xfrm>
            <a:off x="1343984" y="2510839"/>
            <a:ext cx="288435" cy="2761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E80464-BC5D-36FA-B3FE-926501F5D4B5}"/>
              </a:ext>
            </a:extLst>
          </p:cNvPr>
          <p:cNvSpPr/>
          <p:nvPr/>
        </p:nvSpPr>
        <p:spPr>
          <a:xfrm>
            <a:off x="1609176" y="2325753"/>
            <a:ext cx="29065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Submodule C</a:t>
            </a:r>
            <a:endParaRPr 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4" name="Graphic 13" descr="Hourglass Finished with solid fill">
            <a:extLst>
              <a:ext uri="{FF2B5EF4-FFF2-40B4-BE49-F238E27FC236}">
                <a16:creationId xmlns:a16="http://schemas.microsoft.com/office/drawing/2014/main" id="{47846A75-8257-9060-4214-21DD8EDA44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0214" y="1995961"/>
            <a:ext cx="380489" cy="38048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B4DBFD-614F-6EDB-59C2-B0F7E0FB3238}"/>
              </a:ext>
            </a:extLst>
          </p:cNvPr>
          <p:cNvSpPr/>
          <p:nvPr/>
        </p:nvSpPr>
        <p:spPr>
          <a:xfrm>
            <a:off x="5830067" y="1590927"/>
            <a:ext cx="914400" cy="38048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Done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0EFC57-5271-D0FE-ACD1-8530684DF48F}"/>
              </a:ext>
            </a:extLst>
          </p:cNvPr>
          <p:cNvSpPr/>
          <p:nvPr/>
        </p:nvSpPr>
        <p:spPr>
          <a:xfrm>
            <a:off x="5830067" y="1995961"/>
            <a:ext cx="914400" cy="38048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Done</a:t>
            </a:r>
            <a:endParaRPr lang="en-US" dirty="0"/>
          </a:p>
        </p:txBody>
      </p:sp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C7515205-75D1-3B52-2DA2-506D95F2F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021" y="1356992"/>
            <a:ext cx="621362" cy="621362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DBA7DE12-B111-F9FE-AFEB-C9986C406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885" y="1796202"/>
            <a:ext cx="621362" cy="62136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F4A8482-5D8E-BD1F-0C23-A034A9CD2360}"/>
              </a:ext>
            </a:extLst>
          </p:cNvPr>
          <p:cNvSpPr/>
          <p:nvPr/>
        </p:nvSpPr>
        <p:spPr>
          <a:xfrm>
            <a:off x="1343984" y="2972086"/>
            <a:ext cx="288435" cy="2761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9B4A6A-3844-F889-AA10-9F2C62E9A899}"/>
              </a:ext>
            </a:extLst>
          </p:cNvPr>
          <p:cNvSpPr/>
          <p:nvPr/>
        </p:nvSpPr>
        <p:spPr>
          <a:xfrm>
            <a:off x="1609176" y="2787000"/>
            <a:ext cx="29065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Submodule D</a:t>
            </a:r>
            <a:endParaRPr 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70691C62-3836-9B30-E2D0-DE499A63F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055" y="2235412"/>
            <a:ext cx="621362" cy="621362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409D04-872F-89FB-9F23-CBCCECD48E54}"/>
              </a:ext>
            </a:extLst>
          </p:cNvPr>
          <p:cNvSpPr/>
          <p:nvPr/>
        </p:nvSpPr>
        <p:spPr>
          <a:xfrm>
            <a:off x="5830066" y="2919920"/>
            <a:ext cx="1190561" cy="38048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skipped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8F4759-C65B-E14C-BC1C-FF7FD656DDA2}"/>
              </a:ext>
            </a:extLst>
          </p:cNvPr>
          <p:cNvSpPr/>
          <p:nvPr/>
        </p:nvSpPr>
        <p:spPr>
          <a:xfrm>
            <a:off x="5830065" y="2476285"/>
            <a:ext cx="2092689" cy="3804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 need to update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D5B540-16DC-8EF5-E83A-A3DCC1964877}"/>
              </a:ext>
            </a:extLst>
          </p:cNvPr>
          <p:cNvSpPr/>
          <p:nvPr/>
        </p:nvSpPr>
        <p:spPr>
          <a:xfrm>
            <a:off x="1343984" y="3481070"/>
            <a:ext cx="288435" cy="2761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068681-8B36-503C-3DEE-FCB7237AA037}"/>
              </a:ext>
            </a:extLst>
          </p:cNvPr>
          <p:cNvSpPr/>
          <p:nvPr/>
        </p:nvSpPr>
        <p:spPr>
          <a:xfrm>
            <a:off x="1609176" y="3295984"/>
            <a:ext cx="29065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Submodule E</a:t>
            </a:r>
            <a:endParaRPr 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C6365AAA-2FDD-11D9-8200-96B6C1858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885" y="3215192"/>
            <a:ext cx="621362" cy="62136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4BE0A92-E1EF-9F77-64A0-B6BAB70C9BAE}"/>
              </a:ext>
            </a:extLst>
          </p:cNvPr>
          <p:cNvSpPr/>
          <p:nvPr/>
        </p:nvSpPr>
        <p:spPr>
          <a:xfrm>
            <a:off x="5830066" y="3415192"/>
            <a:ext cx="914402" cy="38048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failed</a:t>
            </a:r>
            <a:endParaRPr lang="en-US" dirty="0"/>
          </a:p>
        </p:txBody>
      </p:sp>
      <p:pic>
        <p:nvPicPr>
          <p:cNvPr id="29" name="Graphic 28" descr="Hourglass Finished with solid fill">
            <a:extLst>
              <a:ext uri="{FF2B5EF4-FFF2-40B4-BE49-F238E27FC236}">
                <a16:creationId xmlns:a16="http://schemas.microsoft.com/office/drawing/2014/main" id="{9F8AF97F-6501-FE2C-2F52-3C642ABAF1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0213" y="3415192"/>
            <a:ext cx="380489" cy="38048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1E73F7-2462-C7B7-A922-73E184E89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021" y="4049439"/>
            <a:ext cx="8350015" cy="238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3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[1학년 3반]김이현</dc:creator>
  <cp:lastModifiedBy>[1학년 3반]김이현</cp:lastModifiedBy>
  <cp:revision>1</cp:revision>
  <dcterms:created xsi:type="dcterms:W3CDTF">2026-04-09T14:19:32Z</dcterms:created>
  <dcterms:modified xsi:type="dcterms:W3CDTF">2026-04-09T14:27:44Z</dcterms:modified>
</cp:coreProperties>
</file>